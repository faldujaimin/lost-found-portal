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agalin" charset="0"/>
      <p:regular r:id="rId14"/>
    </p:embeddedFont>
    <p:embeddedFont>
      <p:font typeface="Clear Sans" charset="0"/>
      <p:regular r:id="rId15"/>
    </p:embeddedFont>
    <p:embeddedFont>
      <p:font typeface="Clear Sans Medium" charset="0"/>
      <p:regular r:id="rId16"/>
    </p:embeddedFont>
    <p:embeddedFont>
      <p:font typeface="Quando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869" y="-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382" y="3224280"/>
            <a:ext cx="9763125" cy="3838439"/>
            <a:chOff x="0" y="0"/>
            <a:chExt cx="13017500" cy="5117919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372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 dirty="0">
                  <a:solidFill>
                    <a:srgbClr val="1A1A1A"/>
                  </a:solidFill>
                  <a:latin typeface="Gagalin"/>
                  <a:ea typeface="Gagalin"/>
                  <a:cs typeface="Gagalin"/>
                  <a:sym typeface="Gagalin"/>
                </a:rPr>
                <a:t>CONCEPT TO PRACTICE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421644"/>
              <a:ext cx="13017500" cy="69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GROUP ID: 54646657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 cstate="print"/>
              <a:stretch>
                <a:fillRect l="-46" r="-4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10087176">
            <a:off x="1750912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OUR TEAM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093494"/>
            <a:ext cx="5448300" cy="1574089"/>
            <a:chOff x="0" y="-66675"/>
            <a:chExt cx="7264400" cy="2098784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MEMBER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66115"/>
              <a:ext cx="7264400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dirty="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</a:t>
              </a:r>
              <a:r>
                <a:rPr lang="en-US" sz="2999" dirty="0" smtClean="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aldu Jaimin</a:t>
              </a:r>
              <a:endParaRPr lang="en-US" sz="29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11000" y="5093494"/>
            <a:ext cx="5448300" cy="1574089"/>
            <a:chOff x="0" y="-66675"/>
            <a:chExt cx="7264400" cy="2098785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GUIDE NAME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66116"/>
              <a:ext cx="7264400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dirty="0" err="1" smtClean="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Krina</a:t>
              </a:r>
              <a:r>
                <a:rPr lang="en-US" sz="2999" dirty="0" smtClean="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 </a:t>
              </a:r>
              <a:r>
                <a:rPr lang="en-US" sz="2999" dirty="0" err="1" smtClean="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masharu</a:t>
              </a:r>
              <a:endParaRPr lang="en-US" sz="29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9850" y="5143500"/>
            <a:ext cx="5448300" cy="1515125"/>
            <a:chOff x="0" y="0"/>
            <a:chExt cx="7264400" cy="202016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PROJECT TITLE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66116"/>
              <a:ext cx="7264400" cy="654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lost and found portal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7463924"/>
            <a:ext cx="5448300" cy="1515125"/>
            <a:chOff x="0" y="0"/>
            <a:chExt cx="7264400" cy="202016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ER. NO.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366116"/>
              <a:ext cx="7264400" cy="654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15110623006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19850" y="7463924"/>
            <a:ext cx="5448300" cy="1515125"/>
            <a:chOff x="0" y="0"/>
            <a:chExt cx="7264400" cy="202016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366116"/>
              <a:ext cx="7264400" cy="654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2025-26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4121868" y="6921892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28700"/>
            <a:ext cx="140779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INDEX OF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6569" y="2654300"/>
            <a:ext cx="6612731" cy="492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•INTRODUCTION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•PROBLEM STATEMENT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•PROPOSED SYSTEM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•TOOLS &amp; TECHNOLOGIES 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•RESULTS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•FUTURE SCOPE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•CONCLUSION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5" name="Freeform 5"/>
          <p:cNvSpPr/>
          <p:nvPr/>
        </p:nvSpPr>
        <p:spPr>
          <a:xfrm>
            <a:off x="-3137432" y="7189823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100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971497" y="2974843"/>
            <a:ext cx="6886575" cy="4749932"/>
            <a:chOff x="0" y="0"/>
            <a:chExt cx="9182100" cy="6333243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9182100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PROJECT BACKGROUND AND RELEVANCE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86692"/>
              <a:ext cx="9182100" cy="4146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The Lost &amp; Found Portal addresses the challenges of misplaced items in educational settings, improving recovery rates and reducing informal tracking methods.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10087176">
            <a:off x="3297341" y="-10710678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4"/>
                </a:lnTo>
                <a:lnTo>
                  <a:pt x="0" y="1200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844070"/>
            <a:ext cx="6886575" cy="3083057"/>
            <a:chOff x="0" y="0"/>
            <a:chExt cx="9182100" cy="4110743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CURRENT SYSTEM LIMITATIONS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61192"/>
              <a:ext cx="9182100" cy="274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Manual reporting.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 structured database.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 verification process.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372725" y="2844070"/>
            <a:ext cx="6886575" cy="4130807"/>
            <a:chOff x="0" y="0"/>
            <a:chExt cx="9182100" cy="5507743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ISSUES / LIMITATIONS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61192"/>
              <a:ext cx="9182100" cy="4146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Fake claims possible.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 tracking history.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 centralized access.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 analytics for administration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91125" y="6423097"/>
            <a:ext cx="6886575" cy="3606932"/>
            <a:chOff x="0" y="0"/>
            <a:chExt cx="9182100" cy="480924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NEED FOR IMPROVEMENT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61192"/>
              <a:ext cx="9182100" cy="3448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Secure digital platform.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AI-based verification.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Automated matching system.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Tamper-proof records.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087176">
            <a:off x="3067020" y="-10714582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00726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Proposed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954331"/>
            <a:ext cx="7550256" cy="4430558"/>
            <a:chOff x="0" y="0"/>
            <a:chExt cx="10067008" cy="5907411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10067008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OVERVIEW OF PROPOSED SOLUTION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62360"/>
              <a:ext cx="9182100" cy="4845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Web-based Lost &amp; Found Portal.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Role-based access (Student, Admin, HOD).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AI-powered image verification.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1124896" y="1954331"/>
            <a:ext cx="6886575" cy="6046739"/>
            <a:chOff x="0" y="0"/>
            <a:chExt cx="9182100" cy="8062319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KEY FEATURES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21768"/>
              <a:ext cx="9182100" cy="6940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Lost/Found item reporting.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YOLO + CLIP + OCR verification.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Smart match detection.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Notification system.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Admin dashboard with analytics.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Multilingual support (EN/HI/GU).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71987" y="5976819"/>
            <a:ext cx="6886575" cy="4386623"/>
            <a:chOff x="0" y="0"/>
            <a:chExt cx="9182100" cy="584883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HOW IT SOLVES THE PROBLEM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03780"/>
              <a:ext cx="9182100" cy="4845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Prevents fake item claims.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Automates match detection.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Provides tamper-proof record storage.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Improves transparency and efficiency.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087176">
            <a:off x="3604600" y="-10573602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94837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Tools &amp; Technologies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71308"/>
            <a:ext cx="6886575" cy="4180841"/>
            <a:chOff x="0" y="0"/>
            <a:chExt cx="9182100" cy="55744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9182100" cy="1551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3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PROGRAMMING LANGUAGE (FRONT END)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427904"/>
              <a:ext cx="9182100" cy="4146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HTML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CSS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JavaScript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Bootstrap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372725" y="2571308"/>
            <a:ext cx="6886575" cy="5721968"/>
            <a:chOff x="0" y="0"/>
            <a:chExt cx="9182100" cy="7629291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TOOLS / SOFTWARE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87240"/>
              <a:ext cx="9182100" cy="624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Flask-SQLAlchemy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SQLite / PostgreSQL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YOLOv8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OpenAI CLIP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EasyOCR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ReportLab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Flask-Babel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Custom Blockchain Module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25875" y="6708951"/>
            <a:ext cx="6886575" cy="3168651"/>
            <a:chOff x="0" y="0"/>
            <a:chExt cx="9182100" cy="422486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9182100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PROGRAMMING LANGUAGE (BACK END)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475317"/>
              <a:ext cx="9182100" cy="274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Python 3.10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Flask Framework</a:t>
              </a:r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087176">
            <a:off x="2525020" y="-10599549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7" y="0"/>
                </a:lnTo>
                <a:lnTo>
                  <a:pt x="14136817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3581400"/>
            <a:chOff x="0" y="0"/>
            <a:chExt cx="1333267" cy="8764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2" cstate="print"/>
              <a:stretch>
                <a:fillRect t="-25234" b="-2523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172950" y="3352800"/>
            <a:ext cx="5448300" cy="3581400"/>
            <a:chOff x="0" y="0"/>
            <a:chExt cx="1333267" cy="876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3" cstate="print"/>
              <a:stretch>
                <a:fillRect t="-8361" b="-836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419850" y="3352800"/>
            <a:ext cx="5448300" cy="3581400"/>
            <a:chOff x="0" y="0"/>
            <a:chExt cx="1333267" cy="876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4" cstate="print"/>
              <a:stretch>
                <a:fillRect t="-7531" b="-753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8089" y="7471410"/>
            <a:ext cx="5446961" cy="1707557"/>
            <a:chOff x="0" y="0"/>
            <a:chExt cx="7262615" cy="2276743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7262615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 u="none" strike="noStrike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USER LOGIN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24192"/>
              <a:ext cx="7262615" cy="1352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Simple access for returning users.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7471410"/>
            <a:ext cx="5448300" cy="1707557"/>
            <a:chOff x="0" y="0"/>
            <a:chExt cx="7264400" cy="227674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7264400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 u="none" strike="noStrike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REPORT ITEM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24192"/>
              <a:ext cx="7264400" cy="1352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Easy way to report lost items.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7471410"/>
            <a:ext cx="5449639" cy="1707557"/>
            <a:chOff x="0" y="0"/>
            <a:chExt cx="7266185" cy="227674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66675"/>
              <a:ext cx="7266185" cy="773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 u="none" strike="noStrike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ADMIN DASHBOARD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24192"/>
              <a:ext cx="7266185" cy="1352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Comprehensive overview of portal activity.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657225"/>
            <a:ext cx="169545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 spc="-140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Visual Demonstration of Portal Output</a:t>
            </a:r>
          </a:p>
        </p:txBody>
      </p:sp>
      <p:sp>
        <p:nvSpPr>
          <p:cNvPr id="18" name="Freeform 18"/>
          <p:cNvSpPr/>
          <p:nvPr/>
        </p:nvSpPr>
        <p:spPr>
          <a:xfrm rot="-10087176">
            <a:off x="2368188" y="-1061860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4"/>
                </a:lnTo>
                <a:lnTo>
                  <a:pt x="0" y="12003444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result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372725" y="3022216"/>
            <a:ext cx="6886575" cy="5328417"/>
            <a:chOff x="0" y="0"/>
            <a:chExt cx="9182100" cy="7104556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PERFORMANCE METRICS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61192"/>
              <a:ext cx="9182100" cy="5743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86" lvl="1" indent="-334643" algn="l">
                <a:lnSpc>
                  <a:spcPts val="43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AI verification using 3 models</a:t>
              </a:r>
            </a:p>
            <a:p>
              <a:pPr marL="669286" lvl="1" indent="-334643" algn="l">
                <a:lnSpc>
                  <a:spcPts val="43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Secure Argon2 password hashing</a:t>
              </a:r>
            </a:p>
            <a:p>
              <a:pPr marL="669286" lvl="1" indent="-334643" algn="l">
                <a:lnSpc>
                  <a:spcPts val="43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Handles 5000+ users (scalable design)</a:t>
              </a:r>
            </a:p>
            <a:p>
              <a:pPr marL="669286" lvl="1" indent="-334643" algn="l">
                <a:lnSpc>
                  <a:spcPts val="43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Image size limit: 2MB</a:t>
              </a:r>
            </a:p>
            <a:p>
              <a:pPr marL="0" lvl="0" indent="0" algn="l">
                <a:lnSpc>
                  <a:spcPts val="43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10087176">
            <a:off x="2757667" y="-1061860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4"/>
                </a:lnTo>
                <a:lnTo>
                  <a:pt x="0" y="1200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1548" y="2844136"/>
            <a:ext cx="6886575" cy="4121151"/>
            <a:chOff x="0" y="0"/>
            <a:chExt cx="9182100" cy="5494868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ENHANCEMENTS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49817"/>
              <a:ext cx="9182100" cy="4845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Email &amp; SMS alerts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Mobile app (React Native / Flutter)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Face recognition for ID cards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5700712" y="6689724"/>
            <a:ext cx="6886575" cy="4645026"/>
            <a:chOff x="0" y="0"/>
            <a:chExt cx="9182100" cy="6193368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1821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SCALABILITY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49817"/>
              <a:ext cx="9182100" cy="5543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Cloud deployment (AWS / Render)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PostgreSQL production migration</a:t>
              </a:r>
            </a:p>
            <a:p>
              <a:pPr marL="647697" lvl="1" indent="-323848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Multi-institution SaaS model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24638" y="2826673"/>
            <a:ext cx="6631574" cy="3654425"/>
            <a:chOff x="0" y="0"/>
            <a:chExt cx="8842099" cy="487256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76200"/>
              <a:ext cx="8842099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FUTURE RESEARCH DIRECTIONS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40292"/>
              <a:ext cx="8842099" cy="423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Improved AI accuracy</a:t>
              </a:r>
            </a:p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Advanced fraud detection</a:t>
              </a:r>
            </a:p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Quando"/>
                  <a:ea typeface="Quando"/>
                  <a:cs typeface="Quando"/>
                  <a:sym typeface="Quando"/>
                </a:rPr>
                <a:t>Integration with CCTV systems</a:t>
              </a:r>
            </a:p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087176">
            <a:off x="2655297" y="-10712929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83248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94635" y="2447925"/>
            <a:ext cx="11517830" cy="783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The Lost &amp; Found Portal is a full-stack web application designed to digitize and secure the lost-and-found process in educational institutions. It integrates AI-based image verification, smart matching algorithms, blockchain-based tamper-proof records, and multilingual support.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The system enhances transparency, reduces fake claims, improves recovery time, and provides powerful analytics for administration.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A1A1A"/>
                </a:solidFill>
                <a:latin typeface="Quando"/>
                <a:ea typeface="Quando"/>
                <a:cs typeface="Quando"/>
                <a:sym typeface="Quando"/>
              </a:rPr>
              <a:t>With scalability and future upgrade possibilities, the portal can be deployed in any institution as a secure and intelligent solution.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10087176">
            <a:off x="2888260" y="-10692242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4"/>
                </a:lnTo>
                <a:lnTo>
                  <a:pt x="0" y="1200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26989">
            <a:off x="-12431368" y="-8975965"/>
            <a:ext cx="27274407" cy="25058977"/>
          </a:xfrm>
          <a:custGeom>
            <a:avLst/>
            <a:gdLst/>
            <a:ahLst/>
            <a:cxnLst/>
            <a:rect l="l" t="t" r="r" b="b"/>
            <a:pathLst>
              <a:path w="27274407" h="2505897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111384">
            <a:off x="13680135" y="1098024"/>
            <a:ext cx="12122938" cy="11672351"/>
          </a:xfrm>
          <a:custGeom>
            <a:avLst/>
            <a:gdLst/>
            <a:ahLst/>
            <a:cxnLst/>
            <a:rect l="l" t="t" r="r" b="b"/>
            <a:pathLst>
              <a:path w="12122938" h="11672351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1548" y="4086225"/>
            <a:ext cx="1120140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Gagalin"/>
                <a:ea typeface="Gagalin"/>
                <a:cs typeface="Gagalin"/>
                <a:sym typeface="Gagalin"/>
              </a:rPr>
              <a:t>Thank You for Your Attention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441</Words>
  <Application>Microsoft Office PowerPoint</Application>
  <PresentationFormat>Custom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Gagalin</vt:lpstr>
      <vt:lpstr>Clear Sans</vt:lpstr>
      <vt:lpstr>Clear Sans Medium</vt:lpstr>
      <vt:lpstr>Quando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CONCEPT TO PRACTICE</dc:title>
  <dc:description>Presentation - CONCEPT TO PRACTICE</dc:description>
  <cp:lastModifiedBy>DELL</cp:lastModifiedBy>
  <cp:revision>4</cp:revision>
  <dcterms:created xsi:type="dcterms:W3CDTF">2006-08-16T00:00:00Z</dcterms:created>
  <dcterms:modified xsi:type="dcterms:W3CDTF">2026-03-05T03:53:17Z</dcterms:modified>
  <dc:identifier>DAHCy7v3MAM</dc:identifier>
</cp:coreProperties>
</file>